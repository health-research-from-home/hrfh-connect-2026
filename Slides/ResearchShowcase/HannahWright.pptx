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5"/>
  </p:notesMasterIdLst>
  <p:sldIdLst>
    <p:sldId id="270" r:id="rId2"/>
    <p:sldId id="269" r:id="rId3"/>
    <p:sldId id="271"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71C7"/>
    <a:srgbClr val="6C72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EF2BC7-31FD-42EA-8B41-04EF156ABA23}" v="40" dt="2026-01-29T16:33:50.7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40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13" Type="http://schemas.openxmlformats.org/officeDocument/2006/relationships/customXml" Target="../customXml/item2.xml"/><Relationship Id="rId3" Type="http://schemas.openxmlformats.org/officeDocument/2006/relationships/slide" Target="slides/slide2.xml"/><Relationship Id="rId7" Type="http://schemas.openxmlformats.org/officeDocument/2006/relationships/viewProps" Target="viewProps.xml"/><Relationship Id="rId12" Type="http://schemas.openxmlformats.org/officeDocument/2006/relationships/customXml" Target="../customXml/item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notesMaster" Target="notesMasters/notesMaster1.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 Id="rId14"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nnah Wright" userId="f229169e-ea21-4f35-9f85-fa0c78846e47" providerId="ADAL" clId="{4DAE3188-BBE7-4212-AB94-84C1E5FD8124}"/>
    <pc:docChg chg="custSel addSld delSld modSld">
      <pc:chgData name="Hannah Wright" userId="f229169e-ea21-4f35-9f85-fa0c78846e47" providerId="ADAL" clId="{4DAE3188-BBE7-4212-AB94-84C1E5FD8124}" dt="2026-01-29T16:36:22.735" v="1866" actId="1076"/>
      <pc:docMkLst>
        <pc:docMk/>
      </pc:docMkLst>
      <pc:sldChg chg="addSp modSp mod addAnim delAnim modAnim">
        <pc:chgData name="Hannah Wright" userId="f229169e-ea21-4f35-9f85-fa0c78846e47" providerId="ADAL" clId="{4DAE3188-BBE7-4212-AB94-84C1E5FD8124}" dt="2026-01-29T16:33:23.718" v="1861" actId="207"/>
        <pc:sldMkLst>
          <pc:docMk/>
          <pc:sldMk cId="2783872365" sldId="269"/>
        </pc:sldMkLst>
        <pc:spChg chg="mod">
          <ac:chgData name="Hannah Wright" userId="f229169e-ea21-4f35-9f85-fa0c78846e47" providerId="ADAL" clId="{4DAE3188-BBE7-4212-AB94-84C1E5FD8124}" dt="2026-01-29T16:17:58.524" v="1147" actId="1076"/>
          <ac:spMkLst>
            <pc:docMk/>
            <pc:sldMk cId="2783872365" sldId="269"/>
            <ac:spMk id="2" creationId="{A7A9952D-E2D2-2596-10F7-5AFE574FAC02}"/>
          </ac:spMkLst>
        </pc:spChg>
        <pc:spChg chg="add mod">
          <ac:chgData name="Hannah Wright" userId="f229169e-ea21-4f35-9f85-fa0c78846e47" providerId="ADAL" clId="{4DAE3188-BBE7-4212-AB94-84C1E5FD8124}" dt="2026-01-29T16:30:57.321" v="1840" actId="571"/>
          <ac:spMkLst>
            <pc:docMk/>
            <pc:sldMk cId="2783872365" sldId="269"/>
            <ac:spMk id="3" creationId="{6C064007-252E-5CC9-A5DE-E7F1EED25607}"/>
          </ac:spMkLst>
        </pc:spChg>
        <pc:spChg chg="mod">
          <ac:chgData name="Hannah Wright" userId="f229169e-ea21-4f35-9f85-fa0c78846e47" providerId="ADAL" clId="{4DAE3188-BBE7-4212-AB94-84C1E5FD8124}" dt="2026-01-29T16:17:34.544" v="1144" actId="20577"/>
          <ac:spMkLst>
            <pc:docMk/>
            <pc:sldMk cId="2783872365" sldId="269"/>
            <ac:spMk id="4" creationId="{69F39B24-F916-49A0-828E-F117A958C774}"/>
          </ac:spMkLst>
        </pc:spChg>
        <pc:spChg chg="mod">
          <ac:chgData name="Hannah Wright" userId="f229169e-ea21-4f35-9f85-fa0c78846e47" providerId="ADAL" clId="{4DAE3188-BBE7-4212-AB94-84C1E5FD8124}" dt="2026-01-29T16:33:23.718" v="1861" actId="207"/>
          <ac:spMkLst>
            <pc:docMk/>
            <pc:sldMk cId="2783872365" sldId="269"/>
            <ac:spMk id="5" creationId="{D3C43220-196E-134E-2DB6-34C1EAE85DF1}"/>
          </ac:spMkLst>
        </pc:spChg>
        <pc:spChg chg="mod">
          <ac:chgData name="Hannah Wright" userId="f229169e-ea21-4f35-9f85-fa0c78846e47" providerId="ADAL" clId="{4DAE3188-BBE7-4212-AB94-84C1E5FD8124}" dt="2026-01-29T16:32:56.264" v="1858" actId="1076"/>
          <ac:spMkLst>
            <pc:docMk/>
            <pc:sldMk cId="2783872365" sldId="269"/>
            <ac:spMk id="6" creationId="{98C3E532-DD7E-A379-B655-DB2E8300BEEB}"/>
          </ac:spMkLst>
        </pc:spChg>
        <pc:spChg chg="add mod">
          <ac:chgData name="Hannah Wright" userId="f229169e-ea21-4f35-9f85-fa0c78846e47" providerId="ADAL" clId="{4DAE3188-BBE7-4212-AB94-84C1E5FD8124}" dt="2026-01-29T16:30:57.321" v="1840" actId="571"/>
          <ac:spMkLst>
            <pc:docMk/>
            <pc:sldMk cId="2783872365" sldId="269"/>
            <ac:spMk id="8" creationId="{768E0D94-CE48-8F68-FA98-28DFF3D94C28}"/>
          </ac:spMkLst>
        </pc:spChg>
        <pc:spChg chg="add mod">
          <ac:chgData name="Hannah Wright" userId="f229169e-ea21-4f35-9f85-fa0c78846e47" providerId="ADAL" clId="{4DAE3188-BBE7-4212-AB94-84C1E5FD8124}" dt="2026-01-29T16:30:57.321" v="1840" actId="571"/>
          <ac:spMkLst>
            <pc:docMk/>
            <pc:sldMk cId="2783872365" sldId="269"/>
            <ac:spMk id="9" creationId="{522BCF74-FB7E-693D-F154-A2BC51B273A9}"/>
          </ac:spMkLst>
        </pc:spChg>
        <pc:picChg chg="mod modCrop">
          <ac:chgData name="Hannah Wright" userId="f229169e-ea21-4f35-9f85-fa0c78846e47" providerId="ADAL" clId="{4DAE3188-BBE7-4212-AB94-84C1E5FD8124}" dt="2026-01-29T16:17:47.186" v="1145" actId="1076"/>
          <ac:picMkLst>
            <pc:docMk/>
            <pc:sldMk cId="2783872365" sldId="269"/>
            <ac:picMk id="7" creationId="{6F5976E9-81C8-9F88-244B-E38DD04F11E9}"/>
          </ac:picMkLst>
        </pc:picChg>
      </pc:sldChg>
      <pc:sldChg chg="delSp modSp mod modAnim">
        <pc:chgData name="Hannah Wright" userId="f229169e-ea21-4f35-9f85-fa0c78846e47" providerId="ADAL" clId="{4DAE3188-BBE7-4212-AB94-84C1E5FD8124}" dt="2026-01-29T16:30:40.851" v="1837"/>
        <pc:sldMkLst>
          <pc:docMk/>
          <pc:sldMk cId="1694231037" sldId="270"/>
        </pc:sldMkLst>
        <pc:spChg chg="mod">
          <ac:chgData name="Hannah Wright" userId="f229169e-ea21-4f35-9f85-fa0c78846e47" providerId="ADAL" clId="{4DAE3188-BBE7-4212-AB94-84C1E5FD8124}" dt="2026-01-29T16:13:25.618" v="795" actId="20577"/>
          <ac:spMkLst>
            <pc:docMk/>
            <pc:sldMk cId="1694231037" sldId="270"/>
            <ac:spMk id="4" creationId="{7E806769-CACD-BE1C-D3E8-8312C16C1E84}"/>
          </ac:spMkLst>
        </pc:spChg>
        <pc:spChg chg="del mod">
          <ac:chgData name="Hannah Wright" userId="f229169e-ea21-4f35-9f85-fa0c78846e47" providerId="ADAL" clId="{4DAE3188-BBE7-4212-AB94-84C1E5FD8124}" dt="2026-01-29T16:11:23.126" v="652" actId="478"/>
          <ac:spMkLst>
            <pc:docMk/>
            <pc:sldMk cId="1694231037" sldId="270"/>
            <ac:spMk id="5" creationId="{6F6161B1-49CB-7CC0-F12F-9A8F09FD183E}"/>
          </ac:spMkLst>
        </pc:spChg>
        <pc:picChg chg="mod">
          <ac:chgData name="Hannah Wright" userId="f229169e-ea21-4f35-9f85-fa0c78846e47" providerId="ADAL" clId="{4DAE3188-BBE7-4212-AB94-84C1E5FD8124}" dt="2026-01-29T16:07:33.718" v="367" actId="1076"/>
          <ac:picMkLst>
            <pc:docMk/>
            <pc:sldMk cId="1694231037" sldId="270"/>
            <ac:picMk id="6" creationId="{533E545F-88DA-4AE8-A91F-16DCC0CF78FB}"/>
          </ac:picMkLst>
        </pc:picChg>
        <pc:picChg chg="del mod">
          <ac:chgData name="Hannah Wright" userId="f229169e-ea21-4f35-9f85-fa0c78846e47" providerId="ADAL" clId="{4DAE3188-BBE7-4212-AB94-84C1E5FD8124}" dt="2026-01-29T16:11:10.397" v="651" actId="478"/>
          <ac:picMkLst>
            <pc:docMk/>
            <pc:sldMk cId="1694231037" sldId="270"/>
            <ac:picMk id="7" creationId="{5C0ABC21-8D23-6DB1-4475-76D7E8647D79}"/>
          </ac:picMkLst>
        </pc:picChg>
      </pc:sldChg>
      <pc:sldChg chg="addSp delSp modSp add mod modAnim">
        <pc:chgData name="Hannah Wright" userId="f229169e-ea21-4f35-9f85-fa0c78846e47" providerId="ADAL" clId="{4DAE3188-BBE7-4212-AB94-84C1E5FD8124}" dt="2026-01-29T16:36:22.735" v="1866" actId="1076"/>
        <pc:sldMkLst>
          <pc:docMk/>
          <pc:sldMk cId="130787782" sldId="271"/>
        </pc:sldMkLst>
        <pc:spChg chg="mod">
          <ac:chgData name="Hannah Wright" userId="f229169e-ea21-4f35-9f85-fa0c78846e47" providerId="ADAL" clId="{4DAE3188-BBE7-4212-AB94-84C1E5FD8124}" dt="2026-01-29T16:20:50.454" v="1197" actId="1076"/>
          <ac:spMkLst>
            <pc:docMk/>
            <pc:sldMk cId="130787782" sldId="271"/>
            <ac:spMk id="2" creationId="{1B23B429-DC0A-C339-0631-5F0F6AC95E60}"/>
          </ac:spMkLst>
        </pc:spChg>
        <pc:spChg chg="add mod">
          <ac:chgData name="Hannah Wright" userId="f229169e-ea21-4f35-9f85-fa0c78846e47" providerId="ADAL" clId="{4DAE3188-BBE7-4212-AB94-84C1E5FD8124}" dt="2026-01-29T16:28:06.592" v="1798" actId="1076"/>
          <ac:spMkLst>
            <pc:docMk/>
            <pc:sldMk cId="130787782" sldId="271"/>
            <ac:spMk id="3" creationId="{09C5EB93-6F88-119C-F6BF-659FF26F5A84}"/>
          </ac:spMkLst>
        </pc:spChg>
        <pc:spChg chg="mod ord">
          <ac:chgData name="Hannah Wright" userId="f229169e-ea21-4f35-9f85-fa0c78846e47" providerId="ADAL" clId="{4DAE3188-BBE7-4212-AB94-84C1E5FD8124}" dt="2026-01-29T16:36:22.735" v="1866" actId="1076"/>
          <ac:spMkLst>
            <pc:docMk/>
            <pc:sldMk cId="130787782" sldId="271"/>
            <ac:spMk id="4" creationId="{5AFA5972-C361-9C56-D711-106FCAC7BB03}"/>
          </ac:spMkLst>
        </pc:spChg>
        <pc:spChg chg="del">
          <ac:chgData name="Hannah Wright" userId="f229169e-ea21-4f35-9f85-fa0c78846e47" providerId="ADAL" clId="{4DAE3188-BBE7-4212-AB94-84C1E5FD8124}" dt="2026-01-29T16:18:40.729" v="1165" actId="478"/>
          <ac:spMkLst>
            <pc:docMk/>
            <pc:sldMk cId="130787782" sldId="271"/>
            <ac:spMk id="5" creationId="{29C4ACEC-B7AF-CE00-B3BD-92C416D06B9D}"/>
          </ac:spMkLst>
        </pc:spChg>
        <pc:spChg chg="del">
          <ac:chgData name="Hannah Wright" userId="f229169e-ea21-4f35-9f85-fa0c78846e47" providerId="ADAL" clId="{4DAE3188-BBE7-4212-AB94-84C1E5FD8124}" dt="2026-01-29T16:18:43.618" v="1166" actId="478"/>
          <ac:spMkLst>
            <pc:docMk/>
            <pc:sldMk cId="130787782" sldId="271"/>
            <ac:spMk id="6" creationId="{42211C37-042A-C0A6-F6AF-C012867E3D5D}"/>
          </ac:spMkLst>
        </pc:spChg>
        <pc:spChg chg="add mod">
          <ac:chgData name="Hannah Wright" userId="f229169e-ea21-4f35-9f85-fa0c78846e47" providerId="ADAL" clId="{4DAE3188-BBE7-4212-AB94-84C1E5FD8124}" dt="2026-01-29T16:29:51.379" v="1822" actId="14100"/>
          <ac:spMkLst>
            <pc:docMk/>
            <pc:sldMk cId="130787782" sldId="271"/>
            <ac:spMk id="8" creationId="{DC64B58A-54BF-40FB-C195-27C74D2EF3BD}"/>
          </ac:spMkLst>
        </pc:spChg>
        <pc:spChg chg="add mod">
          <ac:chgData name="Hannah Wright" userId="f229169e-ea21-4f35-9f85-fa0c78846e47" providerId="ADAL" clId="{4DAE3188-BBE7-4212-AB94-84C1E5FD8124}" dt="2026-01-29T16:29:46.100" v="1821" actId="14100"/>
          <ac:spMkLst>
            <pc:docMk/>
            <pc:sldMk cId="130787782" sldId="271"/>
            <ac:spMk id="9" creationId="{B4A05DAF-0A08-ADE1-5800-30432CDFB919}"/>
          </ac:spMkLst>
        </pc:spChg>
        <pc:spChg chg="add mod">
          <ac:chgData name="Hannah Wright" userId="f229169e-ea21-4f35-9f85-fa0c78846e47" providerId="ADAL" clId="{4DAE3188-BBE7-4212-AB94-84C1E5FD8124}" dt="2026-01-29T16:22:26.164" v="1344"/>
          <ac:spMkLst>
            <pc:docMk/>
            <pc:sldMk cId="130787782" sldId="271"/>
            <ac:spMk id="10" creationId="{9CA70244-A7CC-1AC4-9269-89E68B9C3C92}"/>
          </ac:spMkLst>
        </pc:spChg>
        <pc:spChg chg="add mod">
          <ac:chgData name="Hannah Wright" userId="f229169e-ea21-4f35-9f85-fa0c78846e47" providerId="ADAL" clId="{4DAE3188-BBE7-4212-AB94-84C1E5FD8124}" dt="2026-01-29T16:29:39.904" v="1820" actId="1076"/>
          <ac:spMkLst>
            <pc:docMk/>
            <pc:sldMk cId="130787782" sldId="271"/>
            <ac:spMk id="11" creationId="{C49971DE-3F58-8AE4-A265-7220D0CD0851}"/>
          </ac:spMkLst>
        </pc:spChg>
        <pc:spChg chg="add mod">
          <ac:chgData name="Hannah Wright" userId="f229169e-ea21-4f35-9f85-fa0c78846e47" providerId="ADAL" clId="{4DAE3188-BBE7-4212-AB94-84C1E5FD8124}" dt="2026-01-29T16:30:03.362" v="1831" actId="20577"/>
          <ac:spMkLst>
            <pc:docMk/>
            <pc:sldMk cId="130787782" sldId="271"/>
            <ac:spMk id="12" creationId="{4BB43813-7E0C-E8A0-DCBC-5EA16140E1DA}"/>
          </ac:spMkLst>
        </pc:spChg>
        <pc:picChg chg="del">
          <ac:chgData name="Hannah Wright" userId="f229169e-ea21-4f35-9f85-fa0c78846e47" providerId="ADAL" clId="{4DAE3188-BBE7-4212-AB94-84C1E5FD8124}" dt="2026-01-29T16:18:24.240" v="1162" actId="478"/>
          <ac:picMkLst>
            <pc:docMk/>
            <pc:sldMk cId="130787782" sldId="271"/>
            <ac:picMk id="7" creationId="{532A1112-2094-9CB0-6E76-6E878051B24B}"/>
          </ac:picMkLst>
        </pc:picChg>
      </pc:sldChg>
      <pc:sldChg chg="del">
        <pc:chgData name="Hannah Wright" userId="f229169e-ea21-4f35-9f85-fa0c78846e47" providerId="ADAL" clId="{4DAE3188-BBE7-4212-AB94-84C1E5FD8124}" dt="2026-01-29T16:04:03.677" v="0" actId="47"/>
        <pc:sldMkLst>
          <pc:docMk/>
          <pc:sldMk cId="984327643" sldId="27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170B5D-337C-40F7-B5B2-22F3BA1C1017}" type="datetimeFigureOut">
              <a:rPr lang="en-GB" smtClean="0"/>
              <a:t>29/01/2026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23CA54-EDA7-4B34-888A-6A71A5254CB5}" type="slidenum">
              <a:rPr lang="en-GB" smtClean="0"/>
              <a:t>‹#›</a:t>
            </a:fld>
            <a:endParaRPr lang="en-GB"/>
          </a:p>
        </p:txBody>
      </p:sp>
    </p:spTree>
    <p:extLst>
      <p:ext uri="{BB962C8B-B14F-4D97-AF65-F5344CB8AC3E}">
        <p14:creationId xmlns:p14="http://schemas.microsoft.com/office/powerpoint/2010/main" val="24764951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C23CA54-EDA7-4B34-888A-6A71A5254CB5}" type="slidenum">
              <a:rPr lang="en-GB" smtClean="0"/>
              <a:t>1</a:t>
            </a:fld>
            <a:endParaRPr lang="en-GB"/>
          </a:p>
        </p:txBody>
      </p:sp>
    </p:spTree>
    <p:extLst>
      <p:ext uri="{BB962C8B-B14F-4D97-AF65-F5344CB8AC3E}">
        <p14:creationId xmlns:p14="http://schemas.microsoft.com/office/powerpoint/2010/main" val="2996564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C23CA54-EDA7-4B34-888A-6A71A5254CB5}" type="slidenum">
              <a:rPr lang="en-GB" smtClean="0"/>
              <a:t>2</a:t>
            </a:fld>
            <a:endParaRPr lang="en-GB"/>
          </a:p>
        </p:txBody>
      </p:sp>
    </p:spTree>
    <p:extLst>
      <p:ext uri="{BB962C8B-B14F-4D97-AF65-F5344CB8AC3E}">
        <p14:creationId xmlns:p14="http://schemas.microsoft.com/office/powerpoint/2010/main" val="23155667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C23CA54-EDA7-4B34-888A-6A71A5254CB5}" type="slidenum">
              <a:rPr lang="en-GB" smtClean="0"/>
              <a:t>3</a:t>
            </a:fld>
            <a:endParaRPr lang="en-GB"/>
          </a:p>
        </p:txBody>
      </p:sp>
    </p:spTree>
    <p:extLst>
      <p:ext uri="{BB962C8B-B14F-4D97-AF65-F5344CB8AC3E}">
        <p14:creationId xmlns:p14="http://schemas.microsoft.com/office/powerpoint/2010/main" val="39479238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9C8BA-6B84-C510-C095-AB2D2EE13E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8A3C4881-CE43-EF01-D7DB-9213A90FF1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8D0AD902-A3C1-BCFE-F481-2666A9EA9F09}"/>
              </a:ext>
            </a:extLst>
          </p:cNvPr>
          <p:cNvSpPr>
            <a:spLocks noGrp="1"/>
          </p:cNvSpPr>
          <p:nvPr>
            <p:ph type="dt" sz="half" idx="10"/>
          </p:nvPr>
        </p:nvSpPr>
        <p:spPr/>
        <p:txBody>
          <a:bodyPr/>
          <a:lstStyle/>
          <a:p>
            <a:fld id="{7BBA4548-7351-43B6-9432-31C86366B1BD}" type="datetimeFigureOut">
              <a:rPr lang="en-GB" smtClean="0"/>
              <a:t>29/01/2026</a:t>
            </a:fld>
            <a:endParaRPr lang="en-GB"/>
          </a:p>
        </p:txBody>
      </p:sp>
      <p:sp>
        <p:nvSpPr>
          <p:cNvPr id="5" name="Footer Placeholder 4">
            <a:extLst>
              <a:ext uri="{FF2B5EF4-FFF2-40B4-BE49-F238E27FC236}">
                <a16:creationId xmlns:a16="http://schemas.microsoft.com/office/drawing/2014/main" id="{6202FA40-33DA-BF04-78CA-DAD56376880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346D977-41A7-1F4A-27B5-7082B0B92413}"/>
              </a:ext>
            </a:extLst>
          </p:cNvPr>
          <p:cNvSpPr>
            <a:spLocks noGrp="1"/>
          </p:cNvSpPr>
          <p:nvPr>
            <p:ph type="sldNum" sz="quarter" idx="12"/>
          </p:nvPr>
        </p:nvSpPr>
        <p:spPr/>
        <p:txBody>
          <a:bodyPr/>
          <a:lstStyle/>
          <a:p>
            <a:fld id="{33691474-B875-4F7F-B9C1-BB7B98F23EF0}" type="slidenum">
              <a:rPr lang="en-GB" smtClean="0"/>
              <a:t>‹#›</a:t>
            </a:fld>
            <a:endParaRPr lang="en-GB"/>
          </a:p>
        </p:txBody>
      </p:sp>
    </p:spTree>
    <p:extLst>
      <p:ext uri="{BB962C8B-B14F-4D97-AF65-F5344CB8AC3E}">
        <p14:creationId xmlns:p14="http://schemas.microsoft.com/office/powerpoint/2010/main" val="114080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DB5DF-93B1-8425-015C-7A8FA5F6075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EADC20B-5980-C1CC-EF85-FF5A46497D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D638B59-0DE0-24E4-B4AB-12895E7220A9}"/>
              </a:ext>
            </a:extLst>
          </p:cNvPr>
          <p:cNvSpPr>
            <a:spLocks noGrp="1"/>
          </p:cNvSpPr>
          <p:nvPr>
            <p:ph type="dt" sz="half" idx="10"/>
          </p:nvPr>
        </p:nvSpPr>
        <p:spPr/>
        <p:txBody>
          <a:bodyPr/>
          <a:lstStyle/>
          <a:p>
            <a:fld id="{7BBA4548-7351-43B6-9432-31C86366B1BD}" type="datetimeFigureOut">
              <a:rPr lang="en-GB" smtClean="0"/>
              <a:t>29/01/2026</a:t>
            </a:fld>
            <a:endParaRPr lang="en-GB"/>
          </a:p>
        </p:txBody>
      </p:sp>
      <p:sp>
        <p:nvSpPr>
          <p:cNvPr id="5" name="Footer Placeholder 4">
            <a:extLst>
              <a:ext uri="{FF2B5EF4-FFF2-40B4-BE49-F238E27FC236}">
                <a16:creationId xmlns:a16="http://schemas.microsoft.com/office/drawing/2014/main" id="{A8299009-9381-856D-9A2D-4D537450D71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10C9E6F-2E06-BDB3-EEB9-0E4F257B4B99}"/>
              </a:ext>
            </a:extLst>
          </p:cNvPr>
          <p:cNvSpPr>
            <a:spLocks noGrp="1"/>
          </p:cNvSpPr>
          <p:nvPr>
            <p:ph type="sldNum" sz="quarter" idx="12"/>
          </p:nvPr>
        </p:nvSpPr>
        <p:spPr/>
        <p:txBody>
          <a:bodyPr/>
          <a:lstStyle/>
          <a:p>
            <a:fld id="{33691474-B875-4F7F-B9C1-BB7B98F23EF0}" type="slidenum">
              <a:rPr lang="en-GB" smtClean="0"/>
              <a:t>‹#›</a:t>
            </a:fld>
            <a:endParaRPr lang="en-GB"/>
          </a:p>
        </p:txBody>
      </p:sp>
    </p:spTree>
    <p:extLst>
      <p:ext uri="{BB962C8B-B14F-4D97-AF65-F5344CB8AC3E}">
        <p14:creationId xmlns:p14="http://schemas.microsoft.com/office/powerpoint/2010/main" val="10306551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81342-51D7-6F78-2F89-4ECAF4BA0B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8BFB104-0669-12F3-0224-1A87158BA95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84D2275-DD45-F263-23B9-E3BE1BC4D8FD}"/>
              </a:ext>
            </a:extLst>
          </p:cNvPr>
          <p:cNvSpPr>
            <a:spLocks noGrp="1"/>
          </p:cNvSpPr>
          <p:nvPr>
            <p:ph type="dt" sz="half" idx="10"/>
          </p:nvPr>
        </p:nvSpPr>
        <p:spPr/>
        <p:txBody>
          <a:bodyPr/>
          <a:lstStyle/>
          <a:p>
            <a:fld id="{7BBA4548-7351-43B6-9432-31C86366B1BD}" type="datetimeFigureOut">
              <a:rPr lang="en-GB" smtClean="0"/>
              <a:t>29/01/2026</a:t>
            </a:fld>
            <a:endParaRPr lang="en-GB"/>
          </a:p>
        </p:txBody>
      </p:sp>
      <p:sp>
        <p:nvSpPr>
          <p:cNvPr id="5" name="Footer Placeholder 4">
            <a:extLst>
              <a:ext uri="{FF2B5EF4-FFF2-40B4-BE49-F238E27FC236}">
                <a16:creationId xmlns:a16="http://schemas.microsoft.com/office/drawing/2014/main" id="{ECD8FD9C-5549-A72B-ADE8-7A4DFFD8A2F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79CA8C8-3F6E-1623-1386-E9133E799083}"/>
              </a:ext>
            </a:extLst>
          </p:cNvPr>
          <p:cNvSpPr>
            <a:spLocks noGrp="1"/>
          </p:cNvSpPr>
          <p:nvPr>
            <p:ph type="sldNum" sz="quarter" idx="12"/>
          </p:nvPr>
        </p:nvSpPr>
        <p:spPr/>
        <p:txBody>
          <a:bodyPr/>
          <a:lstStyle/>
          <a:p>
            <a:fld id="{33691474-B875-4F7F-B9C1-BB7B98F23EF0}" type="slidenum">
              <a:rPr lang="en-GB" smtClean="0"/>
              <a:t>‹#›</a:t>
            </a:fld>
            <a:endParaRPr lang="en-GB"/>
          </a:p>
        </p:txBody>
      </p:sp>
    </p:spTree>
    <p:extLst>
      <p:ext uri="{BB962C8B-B14F-4D97-AF65-F5344CB8AC3E}">
        <p14:creationId xmlns:p14="http://schemas.microsoft.com/office/powerpoint/2010/main" val="14584004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4EB4D-BE29-7561-D059-39D24492340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1BC1937-263F-B474-C845-3E972F28F9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1B5B9D9-2F06-B35E-AE71-6F8CAEE33C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26A06C61-A88D-9B63-BF52-05E0EE1B41DD}"/>
              </a:ext>
            </a:extLst>
          </p:cNvPr>
          <p:cNvSpPr>
            <a:spLocks noGrp="1"/>
          </p:cNvSpPr>
          <p:nvPr>
            <p:ph type="dt" sz="half" idx="10"/>
          </p:nvPr>
        </p:nvSpPr>
        <p:spPr/>
        <p:txBody>
          <a:bodyPr/>
          <a:lstStyle/>
          <a:p>
            <a:fld id="{7BBA4548-7351-43B6-9432-31C86366B1BD}" type="datetimeFigureOut">
              <a:rPr lang="en-GB" smtClean="0"/>
              <a:t>29/01/2026</a:t>
            </a:fld>
            <a:endParaRPr lang="en-GB"/>
          </a:p>
        </p:txBody>
      </p:sp>
      <p:sp>
        <p:nvSpPr>
          <p:cNvPr id="6" name="Footer Placeholder 5">
            <a:extLst>
              <a:ext uri="{FF2B5EF4-FFF2-40B4-BE49-F238E27FC236}">
                <a16:creationId xmlns:a16="http://schemas.microsoft.com/office/drawing/2014/main" id="{29DE30C2-320B-65AE-C293-915C2290F30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6A2ADB9-40AA-5963-32AF-6957C77FAA49}"/>
              </a:ext>
            </a:extLst>
          </p:cNvPr>
          <p:cNvSpPr>
            <a:spLocks noGrp="1"/>
          </p:cNvSpPr>
          <p:nvPr>
            <p:ph type="sldNum" sz="quarter" idx="12"/>
          </p:nvPr>
        </p:nvSpPr>
        <p:spPr/>
        <p:txBody>
          <a:bodyPr/>
          <a:lstStyle/>
          <a:p>
            <a:fld id="{33691474-B875-4F7F-B9C1-BB7B98F23EF0}" type="slidenum">
              <a:rPr lang="en-GB" smtClean="0"/>
              <a:t>‹#›</a:t>
            </a:fld>
            <a:endParaRPr lang="en-GB"/>
          </a:p>
        </p:txBody>
      </p:sp>
    </p:spTree>
    <p:extLst>
      <p:ext uri="{BB962C8B-B14F-4D97-AF65-F5344CB8AC3E}">
        <p14:creationId xmlns:p14="http://schemas.microsoft.com/office/powerpoint/2010/main" val="36944586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7765D-75D4-54D3-B923-A32228CA63A9}"/>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28C0085-F8A2-06D6-6A93-4A180DEBF3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8DC4CD-75E8-018D-98EC-64E2C1B444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92C5EE98-0A28-7A49-232E-0BADD586E1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833B14-1EDD-5D3E-131E-D8B34D54E3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8BE9EE2-8C66-ECB2-162F-96083F8F011C}"/>
              </a:ext>
            </a:extLst>
          </p:cNvPr>
          <p:cNvSpPr>
            <a:spLocks noGrp="1"/>
          </p:cNvSpPr>
          <p:nvPr>
            <p:ph type="dt" sz="half" idx="10"/>
          </p:nvPr>
        </p:nvSpPr>
        <p:spPr/>
        <p:txBody>
          <a:bodyPr/>
          <a:lstStyle/>
          <a:p>
            <a:fld id="{7BBA4548-7351-43B6-9432-31C86366B1BD}" type="datetimeFigureOut">
              <a:rPr lang="en-GB" smtClean="0"/>
              <a:t>29/01/2026</a:t>
            </a:fld>
            <a:endParaRPr lang="en-GB"/>
          </a:p>
        </p:txBody>
      </p:sp>
      <p:sp>
        <p:nvSpPr>
          <p:cNvPr id="8" name="Footer Placeholder 7">
            <a:extLst>
              <a:ext uri="{FF2B5EF4-FFF2-40B4-BE49-F238E27FC236}">
                <a16:creationId xmlns:a16="http://schemas.microsoft.com/office/drawing/2014/main" id="{DE122800-3604-0191-DBB4-B4F8440A316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C8677C3-FEE9-0770-B7F9-F4B19F5D9E08}"/>
              </a:ext>
            </a:extLst>
          </p:cNvPr>
          <p:cNvSpPr>
            <a:spLocks noGrp="1"/>
          </p:cNvSpPr>
          <p:nvPr>
            <p:ph type="sldNum" sz="quarter" idx="12"/>
          </p:nvPr>
        </p:nvSpPr>
        <p:spPr/>
        <p:txBody>
          <a:bodyPr/>
          <a:lstStyle/>
          <a:p>
            <a:fld id="{33691474-B875-4F7F-B9C1-BB7B98F23EF0}" type="slidenum">
              <a:rPr lang="en-GB" smtClean="0"/>
              <a:t>‹#›</a:t>
            </a:fld>
            <a:endParaRPr lang="en-GB"/>
          </a:p>
        </p:txBody>
      </p:sp>
    </p:spTree>
    <p:extLst>
      <p:ext uri="{BB962C8B-B14F-4D97-AF65-F5344CB8AC3E}">
        <p14:creationId xmlns:p14="http://schemas.microsoft.com/office/powerpoint/2010/main" val="30983628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4C132-E171-D6F6-2917-56B2B1AE8879}"/>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A4D3EA7-47C9-02AC-5961-6B4E802EB165}"/>
              </a:ext>
            </a:extLst>
          </p:cNvPr>
          <p:cNvSpPr>
            <a:spLocks noGrp="1"/>
          </p:cNvSpPr>
          <p:nvPr>
            <p:ph type="dt" sz="half" idx="10"/>
          </p:nvPr>
        </p:nvSpPr>
        <p:spPr/>
        <p:txBody>
          <a:bodyPr/>
          <a:lstStyle/>
          <a:p>
            <a:fld id="{7BBA4548-7351-43B6-9432-31C86366B1BD}" type="datetimeFigureOut">
              <a:rPr lang="en-GB" smtClean="0"/>
              <a:t>29/01/2026</a:t>
            </a:fld>
            <a:endParaRPr lang="en-GB"/>
          </a:p>
        </p:txBody>
      </p:sp>
      <p:sp>
        <p:nvSpPr>
          <p:cNvPr id="4" name="Footer Placeholder 3">
            <a:extLst>
              <a:ext uri="{FF2B5EF4-FFF2-40B4-BE49-F238E27FC236}">
                <a16:creationId xmlns:a16="http://schemas.microsoft.com/office/drawing/2014/main" id="{CB73BCD0-9AB7-3798-BA58-A8492070B17E}"/>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81EFB0AA-46A3-5951-6D31-C523F785BC95}"/>
              </a:ext>
            </a:extLst>
          </p:cNvPr>
          <p:cNvSpPr>
            <a:spLocks noGrp="1"/>
          </p:cNvSpPr>
          <p:nvPr>
            <p:ph type="sldNum" sz="quarter" idx="12"/>
          </p:nvPr>
        </p:nvSpPr>
        <p:spPr/>
        <p:txBody>
          <a:bodyPr/>
          <a:lstStyle/>
          <a:p>
            <a:fld id="{33691474-B875-4F7F-B9C1-BB7B98F23EF0}" type="slidenum">
              <a:rPr lang="en-GB" smtClean="0"/>
              <a:t>‹#›</a:t>
            </a:fld>
            <a:endParaRPr lang="en-GB"/>
          </a:p>
        </p:txBody>
      </p:sp>
    </p:spTree>
    <p:extLst>
      <p:ext uri="{BB962C8B-B14F-4D97-AF65-F5344CB8AC3E}">
        <p14:creationId xmlns:p14="http://schemas.microsoft.com/office/powerpoint/2010/main" val="2391949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72DD98-E411-C234-756E-FDDA6D78BC0B}"/>
              </a:ext>
            </a:extLst>
          </p:cNvPr>
          <p:cNvSpPr>
            <a:spLocks noGrp="1"/>
          </p:cNvSpPr>
          <p:nvPr>
            <p:ph type="dt" sz="half" idx="10"/>
          </p:nvPr>
        </p:nvSpPr>
        <p:spPr/>
        <p:txBody>
          <a:bodyPr/>
          <a:lstStyle/>
          <a:p>
            <a:fld id="{7BBA4548-7351-43B6-9432-31C86366B1BD}" type="datetimeFigureOut">
              <a:rPr lang="en-GB" smtClean="0"/>
              <a:t>29/01/2026</a:t>
            </a:fld>
            <a:endParaRPr lang="en-GB"/>
          </a:p>
        </p:txBody>
      </p:sp>
      <p:sp>
        <p:nvSpPr>
          <p:cNvPr id="3" name="Footer Placeholder 2">
            <a:extLst>
              <a:ext uri="{FF2B5EF4-FFF2-40B4-BE49-F238E27FC236}">
                <a16:creationId xmlns:a16="http://schemas.microsoft.com/office/drawing/2014/main" id="{35C27B18-1DF8-9CF3-E4DD-264F34EF018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3309941-E09B-CAB5-1500-6410AF9E794A}"/>
              </a:ext>
            </a:extLst>
          </p:cNvPr>
          <p:cNvSpPr>
            <a:spLocks noGrp="1"/>
          </p:cNvSpPr>
          <p:nvPr>
            <p:ph type="sldNum" sz="quarter" idx="12"/>
          </p:nvPr>
        </p:nvSpPr>
        <p:spPr/>
        <p:txBody>
          <a:bodyPr/>
          <a:lstStyle/>
          <a:p>
            <a:fld id="{33691474-B875-4F7F-B9C1-BB7B98F23EF0}" type="slidenum">
              <a:rPr lang="en-GB" smtClean="0"/>
              <a:t>‹#›</a:t>
            </a:fld>
            <a:endParaRPr lang="en-GB"/>
          </a:p>
        </p:txBody>
      </p:sp>
    </p:spTree>
    <p:extLst>
      <p:ext uri="{BB962C8B-B14F-4D97-AF65-F5344CB8AC3E}">
        <p14:creationId xmlns:p14="http://schemas.microsoft.com/office/powerpoint/2010/main" val="5919577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EE2B2-584E-578F-E59A-C2645C0225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93A4506-9C2F-4DD4-4C7E-AB2A6DC7E4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7242C2A-5DF9-11C0-0757-F2C1D1AD7E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FE2ABC-37F8-B542-7F98-D33CB171AF16}"/>
              </a:ext>
            </a:extLst>
          </p:cNvPr>
          <p:cNvSpPr>
            <a:spLocks noGrp="1"/>
          </p:cNvSpPr>
          <p:nvPr>
            <p:ph type="dt" sz="half" idx="10"/>
          </p:nvPr>
        </p:nvSpPr>
        <p:spPr/>
        <p:txBody>
          <a:bodyPr/>
          <a:lstStyle/>
          <a:p>
            <a:fld id="{7BBA4548-7351-43B6-9432-31C86366B1BD}" type="datetimeFigureOut">
              <a:rPr lang="en-GB" smtClean="0"/>
              <a:t>29/01/2026</a:t>
            </a:fld>
            <a:endParaRPr lang="en-GB"/>
          </a:p>
        </p:txBody>
      </p:sp>
      <p:sp>
        <p:nvSpPr>
          <p:cNvPr id="6" name="Footer Placeholder 5">
            <a:extLst>
              <a:ext uri="{FF2B5EF4-FFF2-40B4-BE49-F238E27FC236}">
                <a16:creationId xmlns:a16="http://schemas.microsoft.com/office/drawing/2014/main" id="{08F909E2-AE9C-F520-2E19-8F5366594D4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50FF4F3-0E2C-EEE6-550F-4112377663EB}"/>
              </a:ext>
            </a:extLst>
          </p:cNvPr>
          <p:cNvSpPr>
            <a:spLocks noGrp="1"/>
          </p:cNvSpPr>
          <p:nvPr>
            <p:ph type="sldNum" sz="quarter" idx="12"/>
          </p:nvPr>
        </p:nvSpPr>
        <p:spPr/>
        <p:txBody>
          <a:bodyPr/>
          <a:lstStyle/>
          <a:p>
            <a:fld id="{33691474-B875-4F7F-B9C1-BB7B98F23EF0}" type="slidenum">
              <a:rPr lang="en-GB" smtClean="0"/>
              <a:t>‹#›</a:t>
            </a:fld>
            <a:endParaRPr lang="en-GB"/>
          </a:p>
        </p:txBody>
      </p:sp>
    </p:spTree>
    <p:extLst>
      <p:ext uri="{BB962C8B-B14F-4D97-AF65-F5344CB8AC3E}">
        <p14:creationId xmlns:p14="http://schemas.microsoft.com/office/powerpoint/2010/main" val="132112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3B56C-3534-9A6D-AD90-71EB441581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31EE7CF-AE40-2523-0DBA-5F2A98427D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2345393-7CBA-4213-4F07-5F7925BE32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DD3DB6-A97E-7CBA-2E5B-005BCA9616CB}"/>
              </a:ext>
            </a:extLst>
          </p:cNvPr>
          <p:cNvSpPr>
            <a:spLocks noGrp="1"/>
          </p:cNvSpPr>
          <p:nvPr>
            <p:ph type="dt" sz="half" idx="10"/>
          </p:nvPr>
        </p:nvSpPr>
        <p:spPr/>
        <p:txBody>
          <a:bodyPr/>
          <a:lstStyle/>
          <a:p>
            <a:fld id="{7BBA4548-7351-43B6-9432-31C86366B1BD}" type="datetimeFigureOut">
              <a:rPr lang="en-GB" smtClean="0"/>
              <a:t>29/01/2026</a:t>
            </a:fld>
            <a:endParaRPr lang="en-GB"/>
          </a:p>
        </p:txBody>
      </p:sp>
      <p:sp>
        <p:nvSpPr>
          <p:cNvPr id="6" name="Footer Placeholder 5">
            <a:extLst>
              <a:ext uri="{FF2B5EF4-FFF2-40B4-BE49-F238E27FC236}">
                <a16:creationId xmlns:a16="http://schemas.microsoft.com/office/drawing/2014/main" id="{E71E437E-0536-99B9-5C0F-8A11E710D01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DA8187B-5A12-0C44-5CAA-E8D7BE0E5C3A}"/>
              </a:ext>
            </a:extLst>
          </p:cNvPr>
          <p:cNvSpPr>
            <a:spLocks noGrp="1"/>
          </p:cNvSpPr>
          <p:nvPr>
            <p:ph type="sldNum" sz="quarter" idx="12"/>
          </p:nvPr>
        </p:nvSpPr>
        <p:spPr/>
        <p:txBody>
          <a:bodyPr/>
          <a:lstStyle/>
          <a:p>
            <a:fld id="{33691474-B875-4F7F-B9C1-BB7B98F23EF0}" type="slidenum">
              <a:rPr lang="en-GB" smtClean="0"/>
              <a:t>‹#›</a:t>
            </a:fld>
            <a:endParaRPr lang="en-GB"/>
          </a:p>
        </p:txBody>
      </p:sp>
    </p:spTree>
    <p:extLst>
      <p:ext uri="{BB962C8B-B14F-4D97-AF65-F5344CB8AC3E}">
        <p14:creationId xmlns:p14="http://schemas.microsoft.com/office/powerpoint/2010/main" val="4121242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A7F34-C730-588C-71D8-B866486B4B1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3DFFA13-8813-AD12-52C5-397236703F7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764D60C-8BAD-AC8E-1EA6-AFC02A8E17F2}"/>
              </a:ext>
            </a:extLst>
          </p:cNvPr>
          <p:cNvSpPr>
            <a:spLocks noGrp="1"/>
          </p:cNvSpPr>
          <p:nvPr>
            <p:ph type="dt" sz="half" idx="10"/>
          </p:nvPr>
        </p:nvSpPr>
        <p:spPr/>
        <p:txBody>
          <a:bodyPr/>
          <a:lstStyle/>
          <a:p>
            <a:fld id="{7BBA4548-7351-43B6-9432-31C86366B1BD}" type="datetimeFigureOut">
              <a:rPr lang="en-GB" smtClean="0"/>
              <a:t>29/01/2026</a:t>
            </a:fld>
            <a:endParaRPr lang="en-GB"/>
          </a:p>
        </p:txBody>
      </p:sp>
      <p:sp>
        <p:nvSpPr>
          <p:cNvPr id="5" name="Footer Placeholder 4">
            <a:extLst>
              <a:ext uri="{FF2B5EF4-FFF2-40B4-BE49-F238E27FC236}">
                <a16:creationId xmlns:a16="http://schemas.microsoft.com/office/drawing/2014/main" id="{34FD2913-17F8-2E58-6BB1-F4BDE0751C5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1A9E98C-B06D-6A8F-CD62-B86A4BAF32E6}"/>
              </a:ext>
            </a:extLst>
          </p:cNvPr>
          <p:cNvSpPr>
            <a:spLocks noGrp="1"/>
          </p:cNvSpPr>
          <p:nvPr>
            <p:ph type="sldNum" sz="quarter" idx="12"/>
          </p:nvPr>
        </p:nvSpPr>
        <p:spPr/>
        <p:txBody>
          <a:bodyPr/>
          <a:lstStyle/>
          <a:p>
            <a:fld id="{33691474-B875-4F7F-B9C1-BB7B98F23EF0}" type="slidenum">
              <a:rPr lang="en-GB" smtClean="0"/>
              <a:t>‹#›</a:t>
            </a:fld>
            <a:endParaRPr lang="en-GB"/>
          </a:p>
        </p:txBody>
      </p:sp>
    </p:spTree>
    <p:extLst>
      <p:ext uri="{BB962C8B-B14F-4D97-AF65-F5344CB8AC3E}">
        <p14:creationId xmlns:p14="http://schemas.microsoft.com/office/powerpoint/2010/main" val="17832697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3D1B1B6-275B-376F-51CB-94A8F31D775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612F9F3-FB48-0256-8D90-DAE93154F42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DF3E278-0386-011A-1B9E-B091EDC3802C}"/>
              </a:ext>
            </a:extLst>
          </p:cNvPr>
          <p:cNvSpPr>
            <a:spLocks noGrp="1"/>
          </p:cNvSpPr>
          <p:nvPr>
            <p:ph type="dt" sz="half" idx="10"/>
          </p:nvPr>
        </p:nvSpPr>
        <p:spPr/>
        <p:txBody>
          <a:bodyPr/>
          <a:lstStyle/>
          <a:p>
            <a:fld id="{7BBA4548-7351-43B6-9432-31C86366B1BD}" type="datetimeFigureOut">
              <a:rPr lang="en-GB" smtClean="0"/>
              <a:t>29/01/2026</a:t>
            </a:fld>
            <a:endParaRPr lang="en-GB"/>
          </a:p>
        </p:txBody>
      </p:sp>
      <p:sp>
        <p:nvSpPr>
          <p:cNvPr id="5" name="Footer Placeholder 4">
            <a:extLst>
              <a:ext uri="{FF2B5EF4-FFF2-40B4-BE49-F238E27FC236}">
                <a16:creationId xmlns:a16="http://schemas.microsoft.com/office/drawing/2014/main" id="{E5FC3AB8-5EDC-DF0E-EB06-B530F07592F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0B7F618-A217-0802-A534-3D84B1EB85F6}"/>
              </a:ext>
            </a:extLst>
          </p:cNvPr>
          <p:cNvSpPr>
            <a:spLocks noGrp="1"/>
          </p:cNvSpPr>
          <p:nvPr>
            <p:ph type="sldNum" sz="quarter" idx="12"/>
          </p:nvPr>
        </p:nvSpPr>
        <p:spPr/>
        <p:txBody>
          <a:bodyPr/>
          <a:lstStyle/>
          <a:p>
            <a:fld id="{33691474-B875-4F7F-B9C1-BB7B98F23EF0}" type="slidenum">
              <a:rPr lang="en-GB" smtClean="0"/>
              <a:t>‹#›</a:t>
            </a:fld>
            <a:endParaRPr lang="en-GB"/>
          </a:p>
        </p:txBody>
      </p:sp>
    </p:spTree>
    <p:extLst>
      <p:ext uri="{BB962C8B-B14F-4D97-AF65-F5344CB8AC3E}">
        <p14:creationId xmlns:p14="http://schemas.microsoft.com/office/powerpoint/2010/main" val="356988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5EA6E5-5D9C-3339-9EAE-8C92241633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98B87E5-AA0A-5415-1692-922594CE84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C0240E5-7CA4-E269-1B94-3AB6AE21C8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BBA4548-7351-43B6-9432-31C86366B1BD}" type="datetimeFigureOut">
              <a:rPr lang="en-GB" smtClean="0"/>
              <a:t>29/01/2026</a:t>
            </a:fld>
            <a:endParaRPr lang="en-GB"/>
          </a:p>
        </p:txBody>
      </p:sp>
      <p:sp>
        <p:nvSpPr>
          <p:cNvPr id="5" name="Footer Placeholder 4">
            <a:extLst>
              <a:ext uri="{FF2B5EF4-FFF2-40B4-BE49-F238E27FC236}">
                <a16:creationId xmlns:a16="http://schemas.microsoft.com/office/drawing/2014/main" id="{726AE1A2-2E95-5BD5-995B-C1CC1D83B3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DA65F4EA-976F-3DBB-EDC6-FA97B76C35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691474-B875-4F7F-B9C1-BB7B98F23EF0}" type="slidenum">
              <a:rPr lang="en-GB" smtClean="0"/>
              <a:t>‹#›</a:t>
            </a:fld>
            <a:endParaRPr lang="en-GB"/>
          </a:p>
        </p:txBody>
      </p:sp>
    </p:spTree>
    <p:extLst>
      <p:ext uri="{BB962C8B-B14F-4D97-AF65-F5344CB8AC3E}">
        <p14:creationId xmlns:p14="http://schemas.microsoft.com/office/powerpoint/2010/main" val="4193995033"/>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7E806769-CACD-BE1C-D3E8-8312C16C1E84}"/>
              </a:ext>
            </a:extLst>
          </p:cNvPr>
          <p:cNvSpPr txBox="1">
            <a:spLocks/>
          </p:cNvSpPr>
          <p:nvPr/>
        </p:nvSpPr>
        <p:spPr>
          <a:xfrm>
            <a:off x="210488" y="2463592"/>
            <a:ext cx="11532333" cy="524297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nSpc>
                <a:spcPct val="115000"/>
              </a:lnSpc>
              <a:spcAft>
                <a:spcPts val="1000"/>
              </a:spcAft>
              <a:buFont typeface="Arial" panose="020B0604020202020204" pitchFamily="34" charset="0"/>
              <a:buNone/>
              <a:tabLst>
                <a:tab pos="-274320" algn="l"/>
                <a:tab pos="365760" algn="l"/>
                <a:tab pos="731520" algn="l"/>
                <a:tab pos="1097280" algn="l"/>
                <a:tab pos="3657600" algn="l"/>
              </a:tabLst>
            </a:pPr>
            <a:r>
              <a:rPr lang="en-GB" sz="2000" b="1" dirty="0">
                <a:ea typeface="Times New Roman" panose="02020603050405020304" pitchFamily="18" charset="0"/>
                <a:cs typeface="Times New Roman" panose="02020603050405020304" pitchFamily="18" charset="0"/>
              </a:rPr>
              <a:t>Current issue: </a:t>
            </a:r>
            <a:r>
              <a:rPr lang="en-GB" sz="2000" dirty="0">
                <a:ea typeface="Times New Roman" panose="02020603050405020304" pitchFamily="18" charset="0"/>
                <a:cs typeface="Times New Roman" panose="02020603050405020304" pitchFamily="18" charset="0"/>
              </a:rPr>
              <a:t>Tics can have a significant negative impact on the physical and mental wellbeing of individuals. There are limited management options for tic disorders, medication has side effects, and behavioural therapy may not work and is very hard to access. </a:t>
            </a:r>
          </a:p>
          <a:p>
            <a:pPr indent="0">
              <a:lnSpc>
                <a:spcPct val="115000"/>
              </a:lnSpc>
              <a:spcAft>
                <a:spcPts val="1000"/>
              </a:spcAft>
              <a:buFont typeface="Arial" panose="020B0604020202020204" pitchFamily="34" charset="0"/>
              <a:buNone/>
              <a:tabLst>
                <a:tab pos="-274320" algn="l"/>
                <a:tab pos="365760" algn="l"/>
                <a:tab pos="731520" algn="l"/>
                <a:tab pos="1097280" algn="l"/>
                <a:tab pos="3657600" algn="l"/>
              </a:tabLst>
            </a:pPr>
            <a:r>
              <a:rPr lang="en-GB" sz="2000" b="1" dirty="0">
                <a:ea typeface="Times New Roman" panose="02020603050405020304" pitchFamily="18" charset="0"/>
                <a:cs typeface="Times New Roman" panose="02020603050405020304" pitchFamily="18" charset="0"/>
              </a:rPr>
              <a:t>Patients want: </a:t>
            </a:r>
            <a:r>
              <a:rPr lang="en-GB" sz="2000" dirty="0">
                <a:ea typeface="Times New Roman" panose="02020603050405020304" pitchFamily="18" charset="0"/>
                <a:cs typeface="Times New Roman" panose="02020603050405020304" pitchFamily="18" charset="0"/>
              </a:rPr>
              <a:t>limited/no side effects, easy and discreet, control and choice over their symptoms.</a:t>
            </a:r>
          </a:p>
          <a:p>
            <a:pPr indent="0">
              <a:lnSpc>
                <a:spcPct val="115000"/>
              </a:lnSpc>
              <a:spcAft>
                <a:spcPts val="1000"/>
              </a:spcAft>
              <a:buFont typeface="Arial" panose="020B0604020202020204" pitchFamily="34" charset="0"/>
              <a:buNone/>
              <a:tabLst>
                <a:tab pos="-274320" algn="l"/>
                <a:tab pos="365760" algn="l"/>
                <a:tab pos="731520" algn="l"/>
                <a:tab pos="1097280" algn="l"/>
                <a:tab pos="3657600" algn="l"/>
              </a:tabLst>
            </a:pPr>
            <a:r>
              <a:rPr lang="en-GB" sz="2000" b="1" dirty="0">
                <a:ea typeface="Times New Roman" panose="02020603050405020304" pitchFamily="18" charset="0"/>
                <a:cs typeface="Times New Roman" panose="02020603050405020304" pitchFamily="18" charset="0"/>
              </a:rPr>
              <a:t>Potential intervention: </a:t>
            </a:r>
            <a:r>
              <a:rPr lang="en-GB" sz="2000" b="1" dirty="0">
                <a:solidFill>
                  <a:srgbClr val="0070C0"/>
                </a:solidFill>
                <a:ea typeface="Times New Roman" panose="02020603050405020304" pitchFamily="18" charset="0"/>
                <a:cs typeface="Times New Roman" panose="02020603050405020304" pitchFamily="18" charset="0"/>
              </a:rPr>
              <a:t>vibrotactile stimulation</a:t>
            </a:r>
            <a:r>
              <a:rPr lang="en-GB" sz="2000" dirty="0">
                <a:ea typeface="Times New Roman" panose="02020603050405020304" pitchFamily="18" charset="0"/>
                <a:cs typeface="Times New Roman" panose="02020603050405020304" pitchFamily="18" charset="0"/>
              </a:rPr>
              <a:t>, in the form of a small wearable device that is non invasive, user friendly and has potential to be widely accessible. </a:t>
            </a:r>
          </a:p>
          <a:p>
            <a:pPr indent="0">
              <a:lnSpc>
                <a:spcPct val="115000"/>
              </a:lnSpc>
              <a:spcAft>
                <a:spcPts val="1000"/>
              </a:spcAft>
              <a:buNone/>
              <a:tabLst>
                <a:tab pos="-274320" algn="l"/>
                <a:tab pos="365760" algn="l"/>
                <a:tab pos="731520" algn="l"/>
                <a:tab pos="1097280" algn="l"/>
                <a:tab pos="3657600" algn="l"/>
              </a:tabLst>
            </a:pPr>
            <a:r>
              <a:rPr lang="en-GB" sz="2000" dirty="0">
                <a:ea typeface="Times New Roman" panose="02020603050405020304" pitchFamily="18" charset="0"/>
                <a:cs typeface="Times New Roman" panose="02020603050405020304" pitchFamily="18" charset="0"/>
              </a:rPr>
              <a:t>If vibrotactile stimulation can help with unwanted movements (e.g. tremor, freezing of gait) in  Parkinsons disease, due to an overlap in brain dysfunction, there is reason to believe that it could help in tic disorders, but so far no published evidence.</a:t>
            </a:r>
          </a:p>
        </p:txBody>
      </p:sp>
      <p:pic>
        <p:nvPicPr>
          <p:cNvPr id="6" name="Picture 5">
            <a:extLst>
              <a:ext uri="{FF2B5EF4-FFF2-40B4-BE49-F238E27FC236}">
                <a16:creationId xmlns:a16="http://schemas.microsoft.com/office/drawing/2014/main" id="{533E545F-88DA-4AE8-A91F-16DCC0CF78FB}"/>
              </a:ext>
            </a:extLst>
          </p:cNvPr>
          <p:cNvPicPr>
            <a:picLocks noChangeAspect="1"/>
          </p:cNvPicPr>
          <p:nvPr/>
        </p:nvPicPr>
        <p:blipFill>
          <a:blip r:embed="rId3"/>
          <a:srcRect l="57118" t="19022" r="1237"/>
          <a:stretch/>
        </p:blipFill>
        <p:spPr>
          <a:xfrm>
            <a:off x="8764401" y="323323"/>
            <a:ext cx="3187700" cy="1753407"/>
          </a:xfrm>
          <a:prstGeom prst="rect">
            <a:avLst/>
          </a:prstGeom>
        </p:spPr>
      </p:pic>
      <p:sp>
        <p:nvSpPr>
          <p:cNvPr id="8" name="Title 1">
            <a:extLst>
              <a:ext uri="{FF2B5EF4-FFF2-40B4-BE49-F238E27FC236}">
                <a16:creationId xmlns:a16="http://schemas.microsoft.com/office/drawing/2014/main" id="{38FD0948-2AE1-B2AD-8B85-ECCC901297E4}"/>
              </a:ext>
            </a:extLst>
          </p:cNvPr>
          <p:cNvSpPr>
            <a:spLocks noGrp="1"/>
          </p:cNvSpPr>
          <p:nvPr>
            <p:ph type="title"/>
          </p:nvPr>
        </p:nvSpPr>
        <p:spPr>
          <a:xfrm>
            <a:off x="533327" y="612543"/>
            <a:ext cx="8089973" cy="1320800"/>
          </a:xfrm>
        </p:spPr>
        <p:txBody>
          <a:bodyPr>
            <a:normAutofit fontScale="90000"/>
          </a:bodyPr>
          <a:lstStyle/>
          <a:p>
            <a:r>
              <a:rPr lang="en-GB" b="1" dirty="0">
                <a:solidFill>
                  <a:srgbClr val="0070C0"/>
                </a:solidFill>
              </a:rPr>
              <a:t>V</a:t>
            </a:r>
            <a:r>
              <a:rPr lang="en-GB" dirty="0">
                <a:solidFill>
                  <a:srgbClr val="0070C0"/>
                </a:solidFill>
              </a:rPr>
              <a:t>ibrotactile </a:t>
            </a:r>
            <a:r>
              <a:rPr lang="en-GB" b="1" dirty="0">
                <a:solidFill>
                  <a:srgbClr val="0070C0"/>
                </a:solidFill>
              </a:rPr>
              <a:t>I</a:t>
            </a:r>
            <a:r>
              <a:rPr lang="en-GB" dirty="0">
                <a:solidFill>
                  <a:srgbClr val="0070C0"/>
                </a:solidFill>
              </a:rPr>
              <a:t>nterventions for </a:t>
            </a:r>
            <a:r>
              <a:rPr lang="en-GB" b="1" dirty="0">
                <a:solidFill>
                  <a:srgbClr val="0070C0"/>
                </a:solidFill>
              </a:rPr>
              <a:t>B</a:t>
            </a:r>
            <a:r>
              <a:rPr lang="en-GB" dirty="0">
                <a:solidFill>
                  <a:srgbClr val="0070C0"/>
                </a:solidFill>
              </a:rPr>
              <a:t>ehavioural and </a:t>
            </a:r>
            <a:r>
              <a:rPr lang="en-GB" b="1" dirty="0">
                <a:solidFill>
                  <a:srgbClr val="0070C0"/>
                </a:solidFill>
              </a:rPr>
              <a:t>E</a:t>
            </a:r>
            <a:r>
              <a:rPr lang="en-GB" dirty="0">
                <a:solidFill>
                  <a:srgbClr val="0070C0"/>
                </a:solidFill>
              </a:rPr>
              <a:t>motional </a:t>
            </a:r>
            <a:r>
              <a:rPr lang="en-GB" b="1" dirty="0">
                <a:solidFill>
                  <a:srgbClr val="0070C0"/>
                </a:solidFill>
              </a:rPr>
              <a:t>S</a:t>
            </a:r>
            <a:r>
              <a:rPr lang="en-GB" dirty="0">
                <a:solidFill>
                  <a:srgbClr val="0070C0"/>
                </a:solidFill>
              </a:rPr>
              <a:t>ymptoms of Tourette syndrome (VIBES) </a:t>
            </a:r>
          </a:p>
        </p:txBody>
      </p:sp>
    </p:spTree>
    <p:extLst>
      <p:ext uri="{BB962C8B-B14F-4D97-AF65-F5344CB8AC3E}">
        <p14:creationId xmlns:p14="http://schemas.microsoft.com/office/powerpoint/2010/main" val="1694231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9952D-E2D2-2596-10F7-5AFE574FAC02}"/>
              </a:ext>
            </a:extLst>
          </p:cNvPr>
          <p:cNvSpPr>
            <a:spLocks noGrp="1"/>
          </p:cNvSpPr>
          <p:nvPr>
            <p:ph type="title"/>
          </p:nvPr>
        </p:nvSpPr>
        <p:spPr>
          <a:xfrm>
            <a:off x="642905" y="523323"/>
            <a:ext cx="11549095" cy="1325563"/>
          </a:xfrm>
        </p:spPr>
        <p:txBody>
          <a:bodyPr/>
          <a:lstStyle/>
          <a:p>
            <a:r>
              <a:rPr lang="en-GB" dirty="0">
                <a:solidFill>
                  <a:srgbClr val="0070C0"/>
                </a:solidFill>
              </a:rPr>
              <a:t>VIBES Study 1 – pilot study of wrist administered vibrotactile stimulation</a:t>
            </a:r>
          </a:p>
        </p:txBody>
      </p:sp>
      <p:sp>
        <p:nvSpPr>
          <p:cNvPr id="4" name="Content Placeholder 2">
            <a:extLst>
              <a:ext uri="{FF2B5EF4-FFF2-40B4-BE49-F238E27FC236}">
                <a16:creationId xmlns:a16="http://schemas.microsoft.com/office/drawing/2014/main" id="{69F39B24-F916-49A0-828E-F117A958C774}"/>
              </a:ext>
            </a:extLst>
          </p:cNvPr>
          <p:cNvSpPr txBox="1">
            <a:spLocks/>
          </p:cNvSpPr>
          <p:nvPr/>
        </p:nvSpPr>
        <p:spPr>
          <a:xfrm>
            <a:off x="531234" y="2053388"/>
            <a:ext cx="8352550" cy="4636169"/>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nSpc>
                <a:spcPct val="115000"/>
              </a:lnSpc>
              <a:spcAft>
                <a:spcPts val="1000"/>
              </a:spcAft>
              <a:buFont typeface="Arial" panose="020B0604020202020204" pitchFamily="34" charset="0"/>
              <a:buNone/>
              <a:tabLst>
                <a:tab pos="-274320" algn="l"/>
                <a:tab pos="365760" algn="l"/>
                <a:tab pos="731520" algn="l"/>
                <a:tab pos="1097280" algn="l"/>
                <a:tab pos="3657600" algn="l"/>
              </a:tabLst>
            </a:pPr>
            <a:r>
              <a:rPr lang="en-GB" sz="2400" dirty="0">
                <a:ea typeface="Times New Roman" panose="02020603050405020304" pitchFamily="18" charset="0"/>
                <a:cs typeface="Times New Roman" panose="02020603050405020304" pitchFamily="18" charset="0"/>
              </a:rPr>
              <a:t>20 Participants aged 12-18 with Tourette syndrome</a:t>
            </a:r>
          </a:p>
          <a:p>
            <a:pPr marL="571500" indent="-342900">
              <a:lnSpc>
                <a:spcPct val="115000"/>
              </a:lnSpc>
              <a:spcAft>
                <a:spcPts val="1000"/>
              </a:spcAft>
              <a:tabLst>
                <a:tab pos="-274320" algn="l"/>
                <a:tab pos="365760" algn="l"/>
                <a:tab pos="731520" algn="l"/>
                <a:tab pos="1097280" algn="l"/>
                <a:tab pos="3657600" algn="l"/>
              </a:tabLst>
            </a:pPr>
            <a:r>
              <a:rPr lang="en-GB" sz="2400" b="1" dirty="0">
                <a:ea typeface="Times New Roman" panose="02020603050405020304" pitchFamily="18" charset="0"/>
                <a:cs typeface="Times New Roman" panose="02020603050405020304" pitchFamily="18" charset="0"/>
              </a:rPr>
              <a:t>Pre stimulation </a:t>
            </a:r>
            <a:r>
              <a:rPr lang="en-GB" sz="2400" dirty="0">
                <a:ea typeface="Times New Roman" panose="02020603050405020304" pitchFamily="18" charset="0"/>
                <a:cs typeface="Times New Roman" panose="02020603050405020304" pitchFamily="18" charset="0"/>
              </a:rPr>
              <a:t>(15 minutes) </a:t>
            </a:r>
          </a:p>
          <a:p>
            <a:pPr marL="571500" indent="-342900">
              <a:lnSpc>
                <a:spcPct val="115000"/>
              </a:lnSpc>
              <a:spcAft>
                <a:spcPts val="1000"/>
              </a:spcAft>
              <a:tabLst>
                <a:tab pos="-274320" algn="l"/>
                <a:tab pos="365760" algn="l"/>
                <a:tab pos="731520" algn="l"/>
                <a:tab pos="1097280" algn="l"/>
                <a:tab pos="3657600" algn="l"/>
              </a:tabLst>
            </a:pPr>
            <a:r>
              <a:rPr lang="en-GB" sz="2400" b="1" dirty="0">
                <a:ea typeface="Times New Roman" panose="02020603050405020304" pitchFamily="18" charset="0"/>
                <a:cs typeface="Times New Roman" panose="02020603050405020304" pitchFamily="18" charset="0"/>
              </a:rPr>
              <a:t>Stimulation</a:t>
            </a:r>
            <a:r>
              <a:rPr lang="en-GB" sz="2400" dirty="0">
                <a:ea typeface="Times New Roman" panose="02020603050405020304" pitchFamily="18" charset="0"/>
                <a:cs typeface="Times New Roman" panose="02020603050405020304" pitchFamily="18" charset="0"/>
              </a:rPr>
              <a:t> (15 minutes)</a:t>
            </a:r>
          </a:p>
          <a:p>
            <a:pPr marL="571500" indent="-342900">
              <a:lnSpc>
                <a:spcPct val="115000"/>
              </a:lnSpc>
              <a:spcAft>
                <a:spcPts val="1000"/>
              </a:spcAft>
              <a:tabLst>
                <a:tab pos="-274320" algn="l"/>
                <a:tab pos="365760" algn="l"/>
                <a:tab pos="731520" algn="l"/>
                <a:tab pos="1097280" algn="l"/>
                <a:tab pos="3657600" algn="l"/>
              </a:tabLst>
            </a:pPr>
            <a:r>
              <a:rPr lang="en-GB" sz="2400" b="1" dirty="0">
                <a:ea typeface="Times New Roman" panose="02020603050405020304" pitchFamily="18" charset="0"/>
                <a:cs typeface="Times New Roman" panose="02020603050405020304" pitchFamily="18" charset="0"/>
              </a:rPr>
              <a:t>Post</a:t>
            </a:r>
            <a:r>
              <a:rPr lang="en-GB" sz="2400" dirty="0">
                <a:ea typeface="Times New Roman" panose="02020603050405020304" pitchFamily="18" charset="0"/>
                <a:cs typeface="Times New Roman" panose="02020603050405020304" pitchFamily="18" charset="0"/>
              </a:rPr>
              <a:t> </a:t>
            </a:r>
            <a:r>
              <a:rPr lang="en-GB" sz="2400" b="1" dirty="0">
                <a:ea typeface="Times New Roman" panose="02020603050405020304" pitchFamily="18" charset="0"/>
                <a:cs typeface="Times New Roman" panose="02020603050405020304" pitchFamily="18" charset="0"/>
              </a:rPr>
              <a:t>stimulation</a:t>
            </a:r>
            <a:r>
              <a:rPr lang="en-GB" sz="2400" dirty="0">
                <a:ea typeface="Times New Roman" panose="02020603050405020304" pitchFamily="18" charset="0"/>
                <a:cs typeface="Times New Roman" panose="02020603050405020304" pitchFamily="18" charset="0"/>
              </a:rPr>
              <a:t> (15 minutes)</a:t>
            </a:r>
          </a:p>
          <a:p>
            <a:pPr indent="0">
              <a:lnSpc>
                <a:spcPct val="115000"/>
              </a:lnSpc>
              <a:spcAft>
                <a:spcPts val="1000"/>
              </a:spcAft>
              <a:buNone/>
              <a:tabLst>
                <a:tab pos="-274320" algn="l"/>
                <a:tab pos="365760" algn="l"/>
                <a:tab pos="731520" algn="l"/>
                <a:tab pos="1097280" algn="l"/>
                <a:tab pos="3657600" algn="l"/>
              </a:tabLst>
            </a:pPr>
            <a:r>
              <a:rPr lang="en-GB" sz="2400" b="1" dirty="0">
                <a:ea typeface="Times New Roman" panose="02020603050405020304" pitchFamily="18" charset="0"/>
                <a:cs typeface="Times New Roman" panose="02020603050405020304" pitchFamily="18" charset="0"/>
              </a:rPr>
              <a:t>+ Qualitative</a:t>
            </a:r>
            <a:r>
              <a:rPr lang="en-GB" sz="2400" dirty="0">
                <a:ea typeface="Times New Roman" panose="02020603050405020304" pitchFamily="18" charset="0"/>
                <a:cs typeface="Times New Roman" panose="02020603050405020304" pitchFamily="18" charset="0"/>
              </a:rPr>
              <a:t> </a:t>
            </a:r>
            <a:r>
              <a:rPr lang="en-GB" sz="2400" b="1" dirty="0">
                <a:ea typeface="Times New Roman" panose="02020603050405020304" pitchFamily="18" charset="0"/>
                <a:cs typeface="Times New Roman" panose="02020603050405020304" pitchFamily="18" charset="0"/>
              </a:rPr>
              <a:t>interview</a:t>
            </a:r>
            <a:r>
              <a:rPr lang="en-GB" sz="2400" dirty="0">
                <a:ea typeface="Times New Roman" panose="02020603050405020304" pitchFamily="18" charset="0"/>
                <a:cs typeface="Times New Roman" panose="02020603050405020304" pitchFamily="18" charset="0"/>
              </a:rPr>
              <a:t> </a:t>
            </a:r>
          </a:p>
          <a:p>
            <a:pPr indent="0">
              <a:lnSpc>
                <a:spcPct val="115000"/>
              </a:lnSpc>
              <a:spcAft>
                <a:spcPts val="1000"/>
              </a:spcAft>
              <a:buNone/>
              <a:tabLst>
                <a:tab pos="-274320" algn="l"/>
                <a:tab pos="365760" algn="l"/>
                <a:tab pos="731520" algn="l"/>
                <a:tab pos="1097280" algn="l"/>
                <a:tab pos="3657600" algn="l"/>
              </a:tabLst>
            </a:pPr>
            <a:r>
              <a:rPr lang="en-GB" sz="2400" dirty="0">
                <a:ea typeface="Times New Roman" panose="02020603050405020304" pitchFamily="18" charset="0"/>
                <a:cs typeface="Times New Roman" panose="02020603050405020304" pitchFamily="18" charset="0"/>
              </a:rPr>
              <a:t>Participants explained in their words how they felt during the stimulation, and gave their opinion on how we could develop the device in the future.</a:t>
            </a:r>
          </a:p>
          <a:p>
            <a:pPr marL="571500" indent="-342900">
              <a:lnSpc>
                <a:spcPct val="115000"/>
              </a:lnSpc>
              <a:spcAft>
                <a:spcPts val="1000"/>
              </a:spcAft>
              <a:tabLst>
                <a:tab pos="-274320" algn="l"/>
                <a:tab pos="365760" algn="l"/>
                <a:tab pos="731520" algn="l"/>
                <a:tab pos="1097280" algn="l"/>
                <a:tab pos="3657600" algn="l"/>
              </a:tabLst>
            </a:pPr>
            <a:endParaRPr lang="en-GB" sz="2000" dirty="0">
              <a:ea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3C43220-196E-134E-2DB6-34C1EAE85DF1}"/>
              </a:ext>
            </a:extLst>
          </p:cNvPr>
          <p:cNvSpPr txBox="1"/>
          <p:nvPr/>
        </p:nvSpPr>
        <p:spPr>
          <a:xfrm>
            <a:off x="6185676" y="2795775"/>
            <a:ext cx="2534653" cy="1938992"/>
          </a:xfrm>
          <a:prstGeom prst="rect">
            <a:avLst/>
          </a:prstGeom>
          <a:noFill/>
        </p:spPr>
        <p:txBody>
          <a:bodyPr wrap="square" rtlCol="0">
            <a:spAutoFit/>
          </a:bodyPr>
          <a:lstStyle/>
          <a:p>
            <a:r>
              <a:rPr lang="en-GB" sz="2000" dirty="0">
                <a:ea typeface="Times New Roman" panose="02020603050405020304" pitchFamily="18" charset="0"/>
                <a:cs typeface="Times New Roman" panose="02020603050405020304" pitchFamily="18" charset="0"/>
              </a:rPr>
              <a:t>Video recorded to get a number for </a:t>
            </a:r>
            <a:r>
              <a:rPr lang="en-GB" sz="2000" dirty="0">
                <a:solidFill>
                  <a:srgbClr val="00B050"/>
                </a:solidFill>
                <a:ea typeface="Times New Roman" panose="02020603050405020304" pitchFamily="18" charset="0"/>
                <a:cs typeface="Times New Roman" panose="02020603050405020304" pitchFamily="18" charset="0"/>
              </a:rPr>
              <a:t>tic frequency </a:t>
            </a:r>
            <a:r>
              <a:rPr lang="en-GB" sz="2000" dirty="0">
                <a:ea typeface="Times New Roman" panose="02020603050405020304" pitchFamily="18" charset="0"/>
                <a:cs typeface="Times New Roman" panose="02020603050405020304" pitchFamily="18" charset="0"/>
              </a:rPr>
              <a:t>and </a:t>
            </a:r>
            <a:r>
              <a:rPr lang="en-GB" sz="2000" dirty="0">
                <a:solidFill>
                  <a:srgbClr val="C00000"/>
                </a:solidFill>
                <a:ea typeface="Times New Roman" panose="02020603050405020304" pitchFamily="18" charset="0"/>
                <a:cs typeface="Times New Roman" panose="02020603050405020304" pitchFamily="18" charset="0"/>
              </a:rPr>
              <a:t>tic severity </a:t>
            </a:r>
            <a:r>
              <a:rPr lang="en-GB" sz="2000" dirty="0">
                <a:ea typeface="Times New Roman" panose="02020603050405020304" pitchFamily="18" charset="0"/>
                <a:cs typeface="Times New Roman" panose="02020603050405020304" pitchFamily="18" charset="0"/>
              </a:rPr>
              <a:t>at each time point.</a:t>
            </a:r>
          </a:p>
          <a:p>
            <a:endParaRPr lang="en-GB" sz="2000" dirty="0"/>
          </a:p>
        </p:txBody>
      </p:sp>
      <p:sp>
        <p:nvSpPr>
          <p:cNvPr id="6" name="Right Brace 5">
            <a:extLst>
              <a:ext uri="{FF2B5EF4-FFF2-40B4-BE49-F238E27FC236}">
                <a16:creationId xmlns:a16="http://schemas.microsoft.com/office/drawing/2014/main" id="{98C3E532-DD7E-A379-B655-DB2E8300BEEB}"/>
              </a:ext>
            </a:extLst>
          </p:cNvPr>
          <p:cNvSpPr/>
          <p:nvPr/>
        </p:nvSpPr>
        <p:spPr>
          <a:xfrm>
            <a:off x="5377677" y="2887444"/>
            <a:ext cx="628649" cy="1371600"/>
          </a:xfrm>
          <a:prstGeom prst="rightBrace">
            <a:avLst/>
          </a:prstGeom>
          <a:ln w="57150"/>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pic>
        <p:nvPicPr>
          <p:cNvPr id="7" name="Picture 6">
            <a:extLst>
              <a:ext uri="{FF2B5EF4-FFF2-40B4-BE49-F238E27FC236}">
                <a16:creationId xmlns:a16="http://schemas.microsoft.com/office/drawing/2014/main" id="{6F5976E9-81C8-9F88-244B-E38DD04F11E9}"/>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8301" b="99023" l="3613" r="98145">
                        <a14:foregroundMark x1="23047" y1="8691" x2="28516" y2="8301"/>
                        <a14:foregroundMark x1="10059" y1="36426" x2="16895" y2="96973"/>
                        <a14:foregroundMark x1="16895" y1="96973" x2="16211" y2="97363"/>
                        <a14:foregroundMark x1="7617" y1="38574" x2="5762" y2="82715"/>
                        <a14:foregroundMark x1="5762" y1="82715" x2="30762" y2="98926"/>
                        <a14:foregroundMark x1="30762" y1="98926" x2="31836" y2="73438"/>
                        <a14:foregroundMark x1="31836" y1="73438" x2="21387" y2="54004"/>
                        <a14:foregroundMark x1="21387" y1="54004" x2="42480" y2="55176"/>
                        <a14:foregroundMark x1="42480" y1="55176" x2="43945" y2="62012"/>
                        <a14:foregroundMark x1="79297" y1="12988" x2="73633" y2="38965"/>
                        <a14:foregroundMark x1="73633" y1="38965" x2="76465" y2="33496"/>
                        <a14:foregroundMark x1="71777" y1="57715" x2="73926" y2="87988"/>
                        <a14:foregroundMark x1="73926" y1="87988" x2="81055" y2="89355"/>
                        <a14:foregroundMark x1="58008" y1="64551" x2="77539" y2="53320"/>
                        <a14:foregroundMark x1="77539" y1="53320" x2="96484" y2="60938"/>
                        <a14:foregroundMark x1="96484" y1="60938" x2="82129" y2="93848"/>
                        <a14:foregroundMark x1="82129" y1="93848" x2="76270" y2="68750"/>
                        <a14:foregroundMark x1="76270" y1="68750" x2="85742" y2="89355"/>
                        <a14:foregroundMark x1="71777" y1="45020" x2="67578" y2="96387"/>
                        <a14:foregroundMark x1="67578" y1="96387" x2="67773" y2="96973"/>
                        <a14:foregroundMark x1="78613" y1="43945" x2="94824" y2="62402"/>
                        <a14:foregroundMark x1="94824" y1="62402" x2="94824" y2="63086"/>
                        <a14:foregroundMark x1="72070" y1="43652" x2="58789" y2="62012"/>
                        <a14:foregroundMark x1="77539" y1="45801" x2="92578" y2="75879"/>
                        <a14:foregroundMark x1="92578" y1="75879" x2="72559" y2="89258"/>
                        <a14:foregroundMark x1="72559" y1="89258" x2="66309" y2="85449"/>
                        <a14:foregroundMark x1="82227" y1="43652" x2="92969" y2="51563"/>
                        <a14:foregroundMark x1="83594" y1="40723" x2="98145" y2="58789"/>
                        <a14:foregroundMark x1="98145" y1="58789" x2="94629" y2="81836"/>
                        <a14:foregroundMark x1="94629" y1="81836" x2="69824" y2="94531"/>
                        <a14:foregroundMark x1="69824" y1="94531" x2="66309" y2="94043"/>
                        <a14:foregroundMark x1="65234" y1="99121" x2="92676" y2="97852"/>
                        <a14:foregroundMark x1="92676" y1="97852" x2="94824" y2="98730"/>
                        <a14:foregroundMark x1="24121" y1="9766" x2="13672" y2="91406"/>
                        <a14:foregroundMark x1="13672" y1="91406" x2="11719" y2="56055"/>
                        <a14:foregroundMark x1="11719" y1="56055" x2="30957" y2="65137"/>
                        <a14:foregroundMark x1="30957" y1="65137" x2="23828" y2="10840"/>
                        <a14:foregroundMark x1="31348" y1="43262" x2="18750" y2="89063"/>
                        <a14:foregroundMark x1="18750" y1="89063" x2="18750" y2="90137"/>
                        <a14:foregroundMark x1="35352" y1="47559" x2="34277" y2="81836"/>
                        <a14:foregroundMark x1="3613" y1="50781" x2="11523" y2="81445"/>
                        <a14:foregroundMark x1="6152" y1="98730" x2="28125" y2="96289"/>
                        <a14:foregroundMark x1="28125" y1="96289" x2="28809" y2="96289"/>
                        <a14:backgroundMark x1="60938" y1="98047" x2="60938" y2="98047"/>
                      </a14:backgroundRemoval>
                    </a14:imgEffect>
                  </a14:imgLayer>
                </a14:imgProps>
              </a:ext>
              <a:ext uri="{28A0092B-C50C-407E-A947-70E740481C1C}">
                <a14:useLocalDpi xmlns:a14="http://schemas.microsoft.com/office/drawing/2010/main" val="0"/>
              </a:ext>
            </a:extLst>
          </a:blip>
          <a:srcRect b="4956"/>
          <a:stretch>
            <a:fillRect/>
          </a:stretch>
        </p:blipFill>
        <p:spPr bwMode="auto">
          <a:xfrm>
            <a:off x="9318247" y="3677084"/>
            <a:ext cx="3069048" cy="3012473"/>
          </a:xfrm>
          <a:prstGeom prst="rect">
            <a:avLst/>
          </a:prstGeom>
          <a:noFill/>
        </p:spPr>
      </p:pic>
    </p:spTree>
    <p:extLst>
      <p:ext uri="{BB962C8B-B14F-4D97-AF65-F5344CB8AC3E}">
        <p14:creationId xmlns:p14="http://schemas.microsoft.com/office/powerpoint/2010/main" val="2783872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07F71-A191-4CAA-7602-AF3A86E084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23B429-DC0A-C339-0631-5F0F6AC95E60}"/>
              </a:ext>
            </a:extLst>
          </p:cNvPr>
          <p:cNvSpPr>
            <a:spLocks noGrp="1"/>
          </p:cNvSpPr>
          <p:nvPr>
            <p:ph type="title"/>
          </p:nvPr>
        </p:nvSpPr>
        <p:spPr>
          <a:xfrm>
            <a:off x="642904" y="123280"/>
            <a:ext cx="11549095" cy="1325563"/>
          </a:xfrm>
        </p:spPr>
        <p:txBody>
          <a:bodyPr/>
          <a:lstStyle/>
          <a:p>
            <a:r>
              <a:rPr lang="en-GB" dirty="0">
                <a:solidFill>
                  <a:srgbClr val="0070C0"/>
                </a:solidFill>
              </a:rPr>
              <a:t>VIBES Study 1 – early results</a:t>
            </a:r>
          </a:p>
        </p:txBody>
      </p:sp>
      <p:sp>
        <p:nvSpPr>
          <p:cNvPr id="3" name="Speech Bubble: Oval 2">
            <a:extLst>
              <a:ext uri="{FF2B5EF4-FFF2-40B4-BE49-F238E27FC236}">
                <a16:creationId xmlns:a16="http://schemas.microsoft.com/office/drawing/2014/main" id="{09C5EB93-6F88-119C-F6BF-659FF26F5A84}"/>
              </a:ext>
            </a:extLst>
          </p:cNvPr>
          <p:cNvSpPr/>
          <p:nvPr/>
        </p:nvSpPr>
        <p:spPr>
          <a:xfrm>
            <a:off x="447013" y="1448843"/>
            <a:ext cx="4120977" cy="3075732"/>
          </a:xfrm>
          <a:prstGeom prst="wedgeEllipseCallout">
            <a:avLst/>
          </a:prstGeom>
          <a:ln w="57150">
            <a:solidFill>
              <a:srgbClr val="6671C7"/>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8" name="Speech Bubble: Oval 7">
            <a:extLst>
              <a:ext uri="{FF2B5EF4-FFF2-40B4-BE49-F238E27FC236}">
                <a16:creationId xmlns:a16="http://schemas.microsoft.com/office/drawing/2014/main" id="{DC64B58A-54BF-40FB-C195-27C74D2EF3BD}"/>
              </a:ext>
            </a:extLst>
          </p:cNvPr>
          <p:cNvSpPr/>
          <p:nvPr/>
        </p:nvSpPr>
        <p:spPr>
          <a:xfrm>
            <a:off x="3960980" y="3364945"/>
            <a:ext cx="5725186" cy="3208912"/>
          </a:xfrm>
          <a:prstGeom prst="wedgeEllipseCallout">
            <a:avLst>
              <a:gd name="adj1" fmla="val 54050"/>
              <a:gd name="adj2" fmla="val 40734"/>
            </a:avLst>
          </a:prstGeom>
          <a:ln w="57150"/>
        </p:spPr>
        <p:style>
          <a:lnRef idx="2">
            <a:schemeClr val="accent2"/>
          </a:lnRef>
          <a:fillRef idx="1">
            <a:schemeClr val="lt1"/>
          </a:fillRef>
          <a:effectRef idx="0">
            <a:schemeClr val="accent2"/>
          </a:effectRef>
          <a:fontRef idx="minor">
            <a:schemeClr val="dk1"/>
          </a:fontRef>
        </p:style>
        <p:txBody>
          <a:bodyPr rtlCol="0" anchor="ctr"/>
          <a:lstStyle/>
          <a:p>
            <a:pPr algn="ctr"/>
            <a:endParaRPr lang="en-GB"/>
          </a:p>
        </p:txBody>
      </p:sp>
      <p:sp>
        <p:nvSpPr>
          <p:cNvPr id="9" name="Speech Bubble: Oval 8">
            <a:extLst>
              <a:ext uri="{FF2B5EF4-FFF2-40B4-BE49-F238E27FC236}">
                <a16:creationId xmlns:a16="http://schemas.microsoft.com/office/drawing/2014/main" id="{B4A05DAF-0A08-ADE1-5800-30432CDFB919}"/>
              </a:ext>
            </a:extLst>
          </p:cNvPr>
          <p:cNvSpPr/>
          <p:nvPr/>
        </p:nvSpPr>
        <p:spPr>
          <a:xfrm>
            <a:off x="6954878" y="695386"/>
            <a:ext cx="4594218" cy="2662925"/>
          </a:xfrm>
          <a:prstGeom prst="wedgeEllipseCallout">
            <a:avLst>
              <a:gd name="adj1" fmla="val 50135"/>
              <a:gd name="adj2" fmla="val -52811"/>
            </a:avLst>
          </a:prstGeom>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4" name="Content Placeholder 2">
            <a:extLst>
              <a:ext uri="{FF2B5EF4-FFF2-40B4-BE49-F238E27FC236}">
                <a16:creationId xmlns:a16="http://schemas.microsoft.com/office/drawing/2014/main" id="{5AFA5972-C361-9C56-D711-106FCAC7BB03}"/>
              </a:ext>
            </a:extLst>
          </p:cNvPr>
          <p:cNvSpPr txBox="1">
            <a:spLocks/>
          </p:cNvSpPr>
          <p:nvPr/>
        </p:nvSpPr>
        <p:spPr>
          <a:xfrm>
            <a:off x="506555" y="2020521"/>
            <a:ext cx="3589109" cy="263090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gn="ctr">
              <a:lnSpc>
                <a:spcPct val="115000"/>
              </a:lnSpc>
              <a:spcAft>
                <a:spcPts val="1000"/>
              </a:spcAft>
              <a:buNone/>
              <a:tabLst>
                <a:tab pos="-274320" algn="l"/>
                <a:tab pos="365760" algn="l"/>
                <a:tab pos="731520" algn="l"/>
                <a:tab pos="1097280" algn="l"/>
                <a:tab pos="3657600" algn="l"/>
              </a:tabLst>
            </a:pPr>
            <a:r>
              <a:rPr lang="en-GB" sz="2000" dirty="0">
                <a:ea typeface="Times New Roman" panose="02020603050405020304" pitchFamily="18" charset="0"/>
                <a:cs typeface="Times New Roman" panose="02020603050405020304" pitchFamily="18" charset="0"/>
              </a:rPr>
              <a:t>I feel like I tic less when it was on you know? </a:t>
            </a:r>
          </a:p>
          <a:p>
            <a:pPr indent="0" algn="ctr">
              <a:lnSpc>
                <a:spcPct val="115000"/>
              </a:lnSpc>
              <a:spcAft>
                <a:spcPts val="1000"/>
              </a:spcAft>
              <a:buNone/>
              <a:tabLst>
                <a:tab pos="-274320" algn="l"/>
                <a:tab pos="365760" algn="l"/>
                <a:tab pos="731520" algn="l"/>
                <a:tab pos="1097280" algn="l"/>
                <a:tab pos="3657600" algn="l"/>
              </a:tabLst>
            </a:pPr>
            <a:r>
              <a:rPr lang="en-GB" sz="2000" dirty="0">
                <a:ea typeface="Times New Roman" panose="02020603050405020304" pitchFamily="18" charset="0"/>
                <a:cs typeface="Times New Roman" panose="02020603050405020304" pitchFamily="18" charset="0"/>
              </a:rPr>
              <a:t>The urges inside didn’t feel as strong, and I felt like I didn’t tic as often.</a:t>
            </a:r>
          </a:p>
        </p:txBody>
      </p:sp>
      <p:sp>
        <p:nvSpPr>
          <p:cNvPr id="11" name="Content Placeholder 2">
            <a:extLst>
              <a:ext uri="{FF2B5EF4-FFF2-40B4-BE49-F238E27FC236}">
                <a16:creationId xmlns:a16="http://schemas.microsoft.com/office/drawing/2014/main" id="{C49971DE-3F58-8AE4-A265-7220D0CD0851}"/>
              </a:ext>
            </a:extLst>
          </p:cNvPr>
          <p:cNvSpPr txBox="1">
            <a:spLocks/>
          </p:cNvSpPr>
          <p:nvPr/>
        </p:nvSpPr>
        <p:spPr>
          <a:xfrm>
            <a:off x="7212447" y="1088124"/>
            <a:ext cx="3850106" cy="263090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gn="ctr">
              <a:lnSpc>
                <a:spcPct val="115000"/>
              </a:lnSpc>
              <a:spcAft>
                <a:spcPts val="1000"/>
              </a:spcAft>
              <a:buNone/>
              <a:tabLst>
                <a:tab pos="-274320" algn="l"/>
                <a:tab pos="365760" algn="l"/>
                <a:tab pos="731520" algn="l"/>
                <a:tab pos="1097280" algn="l"/>
                <a:tab pos="3657600" algn="l"/>
              </a:tabLst>
            </a:pPr>
            <a:r>
              <a:rPr lang="en-GB" sz="2000" dirty="0">
                <a:ea typeface="Times New Roman" panose="02020603050405020304" pitchFamily="18" charset="0"/>
                <a:cs typeface="Times New Roman" panose="02020603050405020304" pitchFamily="18" charset="0"/>
              </a:rPr>
              <a:t>I like how it just looks like a smartwatch, like I’m used to wearing. People won’t notice at school and that it, just looks normal. </a:t>
            </a:r>
          </a:p>
        </p:txBody>
      </p:sp>
      <p:sp>
        <p:nvSpPr>
          <p:cNvPr id="12" name="Content Placeholder 2">
            <a:extLst>
              <a:ext uri="{FF2B5EF4-FFF2-40B4-BE49-F238E27FC236}">
                <a16:creationId xmlns:a16="http://schemas.microsoft.com/office/drawing/2014/main" id="{4BB43813-7E0C-E8A0-DCBC-5EA16140E1DA}"/>
              </a:ext>
            </a:extLst>
          </p:cNvPr>
          <p:cNvSpPr txBox="1">
            <a:spLocks/>
          </p:cNvSpPr>
          <p:nvPr/>
        </p:nvSpPr>
        <p:spPr>
          <a:xfrm>
            <a:off x="4170947" y="3942951"/>
            <a:ext cx="5094890" cy="263090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gn="ctr">
              <a:lnSpc>
                <a:spcPct val="115000"/>
              </a:lnSpc>
              <a:spcAft>
                <a:spcPts val="1000"/>
              </a:spcAft>
              <a:buNone/>
              <a:tabLst>
                <a:tab pos="-274320" algn="l"/>
                <a:tab pos="365760" algn="l"/>
                <a:tab pos="731520" algn="l"/>
                <a:tab pos="1097280" algn="l"/>
                <a:tab pos="3657600" algn="l"/>
              </a:tabLst>
            </a:pPr>
            <a:r>
              <a:rPr lang="en-GB" sz="2000" dirty="0">
                <a:ea typeface="Times New Roman" panose="02020603050405020304" pitchFamily="18" charset="0"/>
                <a:cs typeface="Times New Roman" panose="02020603050405020304" pitchFamily="18" charset="0"/>
              </a:rPr>
              <a:t>Ah this would be so good if I could have it at school or be able to turn it on in a busy place or on a bad tic day.</a:t>
            </a:r>
          </a:p>
          <a:p>
            <a:pPr indent="0" algn="ctr">
              <a:lnSpc>
                <a:spcPct val="115000"/>
              </a:lnSpc>
              <a:spcAft>
                <a:spcPts val="1000"/>
              </a:spcAft>
              <a:buNone/>
              <a:tabLst>
                <a:tab pos="-274320" algn="l"/>
                <a:tab pos="365760" algn="l"/>
                <a:tab pos="731520" algn="l"/>
                <a:tab pos="1097280" algn="l"/>
                <a:tab pos="3657600" algn="l"/>
              </a:tabLst>
            </a:pPr>
            <a:r>
              <a:rPr lang="en-GB" sz="2000" dirty="0">
                <a:ea typeface="Times New Roman" panose="02020603050405020304" pitchFamily="18" charset="0"/>
                <a:cs typeface="Times New Roman" panose="02020603050405020304" pitchFamily="18" charset="0"/>
              </a:rPr>
              <a:t>I just feel so much more relaxed I feel like I could actually concentrate on stuff.</a:t>
            </a:r>
          </a:p>
        </p:txBody>
      </p:sp>
    </p:spTree>
    <p:extLst>
      <p:ext uri="{BB962C8B-B14F-4D97-AF65-F5344CB8AC3E}">
        <p14:creationId xmlns:p14="http://schemas.microsoft.com/office/powerpoint/2010/main" val="130787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8" grpId="0" animBg="1"/>
      <p:bldP spid="9" grpId="0" animBg="1"/>
      <p:bldP spid="4" grpId="0"/>
      <p:bldP spid="11" grpId="0"/>
      <p:bldP spid="1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240962CCB8CA64AB4DAF2C8B7389621" ma:contentTypeVersion="14" ma:contentTypeDescription="Create a new document." ma:contentTypeScope="" ma:versionID="7e81367a4717fa04ef67bc42e1863c9a">
  <xsd:schema xmlns:xsd="http://www.w3.org/2001/XMLSchema" xmlns:xs="http://www.w3.org/2001/XMLSchema" xmlns:p="http://schemas.microsoft.com/office/2006/metadata/properties" xmlns:ns2="f90c77d1-93ed-4f71-8f4c-7998a9530f63" xmlns:ns3="e126fe4f-ea1a-43f6-ac45-2d71a1d6365f" targetNamespace="http://schemas.microsoft.com/office/2006/metadata/properties" ma:root="true" ma:fieldsID="a5366e670cefc32800cc9fb71569c301" ns2:_="" ns3:_="">
    <xsd:import namespace="f90c77d1-93ed-4f71-8f4c-7998a9530f63"/>
    <xsd:import namespace="e126fe4f-ea1a-43f6-ac45-2d71a1d6365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90c77d1-93ed-4f71-8f4c-7998a9530f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6d63537c-d192-4dc4-bb87-a5632b1c7687"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126fe4f-ea1a-43f6-ac45-2d71a1d6365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af469578-d4c4-43e6-9f3e-6d981ab352b3}" ma:internalName="TaxCatchAll" ma:showField="CatchAllData" ma:web="e126fe4f-ea1a-43f6-ac45-2d71a1d6365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90c77d1-93ed-4f71-8f4c-7998a9530f63">
      <Terms xmlns="http://schemas.microsoft.com/office/infopath/2007/PartnerControls"/>
    </lcf76f155ced4ddcb4097134ff3c332f>
    <TaxCatchAll xmlns="e126fe4f-ea1a-43f6-ac45-2d71a1d6365f" xsi:nil="true"/>
  </documentManagement>
</p:properties>
</file>

<file path=customXml/itemProps1.xml><?xml version="1.0" encoding="utf-8"?>
<ds:datastoreItem xmlns:ds="http://schemas.openxmlformats.org/officeDocument/2006/customXml" ds:itemID="{1404D553-8062-41E4-84D8-CA8B0F144B83}"/>
</file>

<file path=customXml/itemProps2.xml><?xml version="1.0" encoding="utf-8"?>
<ds:datastoreItem xmlns:ds="http://schemas.openxmlformats.org/officeDocument/2006/customXml" ds:itemID="{6D07C811-FAC1-4E0D-8003-DDE4614C4BAC}"/>
</file>

<file path=customXml/itemProps3.xml><?xml version="1.0" encoding="utf-8"?>
<ds:datastoreItem xmlns:ds="http://schemas.openxmlformats.org/officeDocument/2006/customXml" ds:itemID="{AD64234E-696C-4F15-A521-D36404BC13F7}"/>
</file>

<file path=docProps/app.xml><?xml version="1.0" encoding="utf-8"?>
<Properties xmlns="http://schemas.openxmlformats.org/officeDocument/2006/extended-properties" xmlns:vt="http://schemas.openxmlformats.org/officeDocument/2006/docPropsVTypes">
  <Template/>
  <TotalTime>138</TotalTime>
  <Words>358</Words>
  <Application>Microsoft Office PowerPoint</Application>
  <PresentationFormat>Widescreen</PresentationFormat>
  <Paragraphs>22</Paragraphs>
  <Slides>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Times New Roman</vt:lpstr>
      <vt:lpstr>Office Theme</vt:lpstr>
      <vt:lpstr>Vibrotactile Interventions for Behavioural and Emotional Symptoms of Tourette syndrome (VIBES) </vt:lpstr>
      <vt:lpstr>VIBES Study 1 – pilot study of wrist administered vibrotactile stimulation</vt:lpstr>
      <vt:lpstr>VIBES Study 1 – early 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Hannah Wright</dc:creator>
  <cp:lastModifiedBy>Hannah Wright</cp:lastModifiedBy>
  <cp:revision>1</cp:revision>
  <dcterms:created xsi:type="dcterms:W3CDTF">2025-09-24T10:52:20Z</dcterms:created>
  <dcterms:modified xsi:type="dcterms:W3CDTF">2026-01-29T16:36:29Z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0x0101002240962CCB8CA64AB4DAF2C8B7389621</vt:lpwstr>
  </property>
</Properties>
</file>